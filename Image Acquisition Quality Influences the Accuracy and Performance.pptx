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A3105-C09C-1294-DBD4-1F512695B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AFE87-2A66-B74E-85C0-A6312384D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41735-E960-D8BC-1355-FA67CA27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4F2BB-6818-F71A-063D-4268C9C3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4357C-D075-DCD8-21E2-26A95E7A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90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CE8A-B651-5E4F-126D-BBFBEB66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B750C-C777-9316-14E7-9C59970BE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7DCA8-E1AE-F520-46D8-CEE0563D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9FE5B-27B1-15F8-141B-726E952E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E7D0-6676-DEBF-32D3-E15AF68A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62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18F4-4EA7-4A94-0D9A-A23F1997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873B7-349B-078E-C221-47DEA27A1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D6326-8FBB-828E-0328-692918E7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BB7D9-9C3F-2B76-AE48-56E942CF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A2C47-4F07-AE30-7AF8-3115712B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77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E447-6A4F-FB67-646A-3DFA859B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2CCAF-7BB8-07B1-9937-052513DBF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A4F3E-FD12-5EA9-590F-8EF6A94D7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BE730-3152-D746-2C3E-53D439DD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2A16E-73B5-4764-1DF1-737A8909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D7B24-49BC-3930-CDEA-09EE48CD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50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76DC-F9AE-D6E1-04B1-E98E006D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30969-08D9-3BFD-EC40-8872AAE93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79DF1-D165-7848-6963-8EC470B66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1997A-82FC-10B4-C669-D69A00F40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1605E-657A-8253-A491-2401A80CB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C0EC54-2171-2A59-42CF-6AFB955ED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B4D13-075B-D0BF-3791-EDD15BD7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5D9F9-9749-56BD-41AD-85EBE7ABE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67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455E3-57C1-BA69-062B-BAA5E6E7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C22E9-21FA-77B6-E6DE-233371B9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AB062-65A3-6098-70E2-E28B83BA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FF6A4-51D6-C847-6725-2A1868DA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0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F78C3-972C-86AD-B0E8-9A275FCCC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9413E-6CDF-0B3E-E93B-D02C3D4E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A7189-046F-EF1F-58E3-CA8489CF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07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3CEBA-A6D1-C792-D766-4E5B484C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346E5-C7D0-EECB-8FDC-BEC43CCA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A0297-41B5-C973-78E1-800A6C510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24C03-020D-4EBE-E67C-13DE1DDB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7F17E-564A-C6EB-99CF-73074D34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D9A35-D40C-BB3B-7B36-237D7A70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7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280A-C4FB-07DB-9411-73AEC145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5C900-B1D6-960C-3247-3F9732744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783AE-051E-9C3D-AA9F-A57121A35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99DB4-F118-0F2A-FA1A-9020F2BB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0A9D9-60FA-F9C1-DD66-E777D526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BF71-E506-85FF-5DE7-63316C56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11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8A0F-187B-CAC6-21AD-84A3A1BA1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F80A8-93F7-1447-D194-0538366DD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A1889-8CA4-B601-A000-BC2EED4E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4D128-F26C-6261-4D68-BFA583C43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A810E-CE3F-F98D-E787-447ADAA1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86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BED27-A851-4CC8-041D-980F1EA61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E8335-2801-4171-CE2B-96202B6A6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E7BDB-6AF9-FB42-4370-313553BA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6090B-AAF2-3551-BBA6-259D8319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19ED6-E744-BC65-4990-DFB8C6BB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62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7EEBDC-CA12-F650-58EA-4D05082C1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B3D51-C936-7CC3-33F6-D953A4CEB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116E4-497F-5E53-5563-5B50E56F6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64803-5142-4B84-9EC6-E03B959DE949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7E669-7AEA-66FD-67C2-CB4F55BD9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04C93-4049-D9CE-7025-744482649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2291E-8580-4069-B6B5-2A9DF0D99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66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981-AE23-7482-D09D-3E8E10716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Quality Influences the Accuracy and Performance of Computer Vision Systems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6E9A3-29CE-DD8C-E1D7-42584667F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1936" y="448900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MOTHISH G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NO:192421135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ITA-0506 COMPUTER VISION 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JENI GRACIA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4B182-C4BD-4BB7-91D3-F80526D2F3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62869" y="379669"/>
            <a:ext cx="9328150" cy="12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21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C9EE-3230-3320-6938-03EFA27D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08D68-0319-9BAD-B1FC-711F2055A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91" y="282762"/>
            <a:ext cx="108585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34F4F-265C-F195-9FEF-2C647B300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584" y="132144"/>
            <a:ext cx="139065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A76308-0719-7EFD-259C-BE9E9284BA74}"/>
              </a:ext>
            </a:extLst>
          </p:cNvPr>
          <p:cNvSpPr txBox="1"/>
          <p:nvPr/>
        </p:nvSpPr>
        <p:spPr>
          <a:xfrm>
            <a:off x="683895" y="2050923"/>
            <a:ext cx="102938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is Image Acquisition?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Image acquisition is the process of capturing digital images using cameras or sensors.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is the </a:t>
            </a:r>
            <a:r>
              <a:rPr lang="en-IN" b="1" dirty="0"/>
              <a:t>first stage</a:t>
            </a:r>
            <a:r>
              <a:rPr lang="en-IN" dirty="0"/>
              <a:t> in every Computer Vision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quality of captured images directly affects the performance of AI models.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Why is it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Better image quality → Higher detection accuracy.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Poor image quality → Incorrect predictions and reduced system performance.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Common Image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Digital Cameras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CCTV Cameras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Mobile Phone Cameras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Drones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Medical Imaging Devices</a:t>
            </a:r>
          </a:p>
        </p:txBody>
      </p:sp>
    </p:spTree>
    <p:extLst>
      <p:ext uri="{BB962C8B-B14F-4D97-AF65-F5344CB8AC3E}">
        <p14:creationId xmlns:p14="http://schemas.microsoft.com/office/powerpoint/2010/main" val="8750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9D12D-4031-A9E7-8C3E-C917788F3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4232-6923-1E42-121E-92785788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Workflow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84B3F-C1B9-ED3D-C49C-052F22F68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91" y="282762"/>
            <a:ext cx="108585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6431BE-4E49-DA3E-ECAB-20D2D6804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584" y="132144"/>
            <a:ext cx="139065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29B83C-8106-8785-0616-AC2BC0C016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33"/>
          <a:stretch>
            <a:fillRect/>
          </a:stretch>
        </p:blipFill>
        <p:spPr>
          <a:xfrm>
            <a:off x="1456182" y="1690688"/>
            <a:ext cx="9279636" cy="488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5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E2D0-C49D-D00D-E243-71F55822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389A-4D1F-56AB-4CFC-ADA6EB14A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Affecting Image Quality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E9DFD-3893-5933-D739-FC4BD8405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91" y="282762"/>
            <a:ext cx="108585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EA5EE-A0D3-82D9-3107-97C0EE15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584" y="132144"/>
            <a:ext cx="139065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4CB921-A412-A1D9-062B-8A5544244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706509"/>
              </p:ext>
            </p:extLst>
          </p:nvPr>
        </p:nvGraphicFramePr>
        <p:xfrm>
          <a:off x="838200" y="2657126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168740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391370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45153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411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66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Bright &amp; Balanced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Dark / Overexposed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671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Blurred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3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73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Camera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Tilted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290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Motion Blur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761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34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5FA89-C6DE-BB9B-8CA2-AF40C2FE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BBED49-EEF6-4952-2399-38F4897BD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91" y="282762"/>
            <a:ext cx="108585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D4BE51-4F6F-0891-3FE5-1CB49814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584" y="132144"/>
            <a:ext cx="139065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391A72-9B8C-6729-E8EE-7D5D565117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154938"/>
            <a:ext cx="10287000" cy="526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0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50A7F-A35B-C2A3-5352-A84981CB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F545-FD30-4318-EADD-EF325E0F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CDDC6-B37D-EC23-0BE0-200CE4802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91" y="282762"/>
            <a:ext cx="108585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00221D-F3C3-0658-15A0-92542159D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584" y="132144"/>
            <a:ext cx="139065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763381-62A6-5687-AAAD-2DCAC5D40665}"/>
              </a:ext>
            </a:extLst>
          </p:cNvPr>
          <p:cNvSpPr txBox="1"/>
          <p:nvPr/>
        </p:nvSpPr>
        <p:spPr>
          <a:xfrm>
            <a:off x="1659064" y="2405301"/>
            <a:ext cx="8873871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quality plays a vital role in the success of Computer Vision systems because it is the foundation for all subsequent image processing and analysis. High-quality images with proper resolution, lighting, focus, and minimal noise enable AI models to extract accurate features, resulting in better object detection, classification, and decision-making. Conversely, poor-quality images can reduce accuracy, increase false detections, and negatively impact system performance. Therefore, ensuring high-quality image acquisition is essential for building reliable, efficient, and accurate Computer Vision applications in areas such as healthcare, autonomous vehicles, industrial safety, surveillance, and robotics.</a:t>
            </a:r>
          </a:p>
        </p:txBody>
      </p:sp>
    </p:spTree>
    <p:extLst>
      <p:ext uri="{BB962C8B-B14F-4D97-AF65-F5344CB8AC3E}">
        <p14:creationId xmlns:p14="http://schemas.microsoft.com/office/powerpoint/2010/main" val="3049860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4B15D-1B06-8E68-E10D-F25C15D0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332D0F-943F-2F6E-7AA4-2F1B8DC67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91" y="282762"/>
            <a:ext cx="108585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607123-19B8-2C02-2417-0745344BD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584" y="132144"/>
            <a:ext cx="139065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00A1D5-5E3A-6305-80A3-8DB79639DA96}"/>
              </a:ext>
            </a:extLst>
          </p:cNvPr>
          <p:cNvSpPr txBox="1"/>
          <p:nvPr/>
        </p:nvSpPr>
        <p:spPr>
          <a:xfrm>
            <a:off x="3858768" y="2601111"/>
            <a:ext cx="8641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35785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264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Aptos</vt:lpstr>
      <vt:lpstr>Aptos Display</vt:lpstr>
      <vt:lpstr>Arial</vt:lpstr>
      <vt:lpstr>Times New Roman</vt:lpstr>
      <vt:lpstr>Office Theme</vt:lpstr>
      <vt:lpstr>Image Acquisition Quality Influences the Accuracy and Performance of Computer Vision Systems </vt:lpstr>
      <vt:lpstr>Introduction</vt:lpstr>
      <vt:lpstr>Computer Vision Workflow Diagram</vt:lpstr>
      <vt:lpstr>Factors Affecting Image Quality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mothish G</dc:creator>
  <cp:lastModifiedBy>mothish G</cp:lastModifiedBy>
  <cp:revision>2</cp:revision>
  <dcterms:created xsi:type="dcterms:W3CDTF">2026-07-14T03:32:50Z</dcterms:created>
  <dcterms:modified xsi:type="dcterms:W3CDTF">2026-07-21T01:24:24Z</dcterms:modified>
</cp:coreProperties>
</file>